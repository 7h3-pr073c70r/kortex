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Forward Kinematics of Serial Manipulators</a:t>
            </a:r>
          </a:p>
          <a:p>
            <a:pPr lvl="0"/>
            <a:r>
              <a:rPr lang="en-US" sz="1800"/>
              <a:t>• Computation of end-effector pose from joint angles (theta_1, ..., theta_n)</a:t>
            </a:r>
          </a:p>
          <a:p>
            <a:pPr lvl="0"/>
            <a:r>
              <a:rPr lang="en-US" sz="1800"/>
              <a:t>• Systematic spatial transformation using 4x4 homogeneous transformation matrices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Denavit-Hartenberg (D-H) Parameter Conventions</a:t>
            </a:r>
          </a:p>
          <a:p>
            <a:pPr lvl="0"/>
            <a:r>
              <a:rPr lang="en-US" sz="1800"/>
              <a:t>• Link length (a_i): distance along x_i from z_{i-1} to z_i</a:t>
            </a:r>
          </a:p>
          <a:p>
            <a:pPr lvl="0"/>
            <a:r>
              <a:rPr lang="en-US" sz="1800"/>
              <a:t>• Link twist (alpha_i): angle from z_{i-1} to z_i about x_i</a:t>
            </a:r>
          </a:p>
          <a:p>
            <a:pPr lvl="0"/>
            <a:r>
              <a:rPr lang="en-US" sz="1800"/>
              <a:t>• Link offset (d_i): distance along z_{i-1} from x_{i-1} to x_i</a:t>
            </a:r>
          </a:p>
          <a:p>
            <a:pPr lvl="0"/>
            <a:r>
              <a:rPr lang="en-US" sz="1800"/>
              <a:t>• Joint angle (theta_i): angle from x_{i-1} to x_i about z_{i-1}</a:t>
            </a:r>
          </a:p>
          <a:p>
            <a:r>
              <a:rPr lang="en-US" sz="1600" b="1"/>
              <a:t>[Table Data]:</a:t>
            </a:r>
          </a:p>
          <a:p>
            <a:r>
              <a:rPr lang="en-US" sz="1400"/>
              <a:t>| Joint i | theta_i (deg) | d_i (mm) | a_i (mm) | alpha_i (deg) |</a:t>
            </a:r>
          </a:p>
          <a:p>
            <a:r>
              <a:rPr lang="en-US" sz="1400"/>
              <a:t>| 1 (Base) | theta_1 | 400 | 0 | 90 |</a:t>
            </a:r>
          </a:p>
          <a:p>
            <a:r>
              <a:rPr lang="en-US" sz="1400"/>
              <a:t>| 2 (Shoulder) | theta_2 | 0 | 500 | 0 |</a:t>
            </a:r>
          </a:p>
          <a:p>
            <a:r>
              <a:rPr lang="en-US" sz="1400"/>
              <a:t>| 3 (Elbow) | theta_3 | 0 | 400 | 0 |</a:t>
            </a:r>
          </a:p>
          <a:p>
            <a:r>
              <a:rPr lang="en-US" sz="1400"/>
              <a:t>| 4 (Wrist) | theta_4 | 150 | 0 | 90 |</a:t>
            </a:r>
          </a:p>
        </p:txBody>
      </p:sp>
    </p:spTree>
  </p:cSld>
</p:sld>
</file>