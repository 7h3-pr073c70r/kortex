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rPr lang="en-US" sz="2800" b="1"/>
              <a:t>Enterprise Cloud Microservices Reliability</a:t>
            </a:r>
          </a:p>
          <a:p>
            <a:pPr lvl="0"/>
            <a:r>
              <a:rPr lang="en-US" sz="1800"/>
              <a:t>• Decoupled service boundaries with event-driven message brokers</a:t>
            </a:r>
          </a:p>
          <a:p>
            <a:pPr lvl="0"/>
            <a:r>
              <a:rPr lang="en-US" sz="1800"/>
              <a:t>• Resilience against cascading failures across distributed clusters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rPr lang="en-US" sz="2800" b="1"/>
              <a:t>Circuit Breaker State Machine &amp; SLA Targets</a:t>
            </a:r>
          </a:p>
          <a:p>
            <a:pPr lvl="0"/>
            <a:r>
              <a:rPr lang="en-US" sz="1800"/>
              <a:t>• Closed: Requests routed normally, failure count tracked</a:t>
            </a:r>
          </a:p>
          <a:p>
            <a:pPr lvl="0"/>
            <a:r>
              <a:rPr lang="en-US" sz="1800"/>
              <a:t>• Open: Requests fail immediately, fallback triggered</a:t>
            </a:r>
          </a:p>
          <a:p>
            <a:pPr lvl="0"/>
            <a:r>
              <a:rPr lang="en-US" sz="1800"/>
              <a:t>• Half-Open: Canary requests probe downstream health</a:t>
            </a:r>
          </a:p>
          <a:p>
            <a:r>
              <a:rPr lang="en-US" sz="1600" b="1"/>
              <a:t>[Table Data]:</a:t>
            </a:r>
          </a:p>
          <a:p>
            <a:r>
              <a:rPr lang="en-US" sz="1400"/>
              <a:t>| Service Name | Target Availability | p95 Latency SLA | p99 Latency SLA |</a:t>
            </a:r>
          </a:p>
          <a:p>
            <a:r>
              <a:rPr lang="en-US" sz="1400"/>
              <a:t>| Authentication Service | 99.99% | 25 ms | 50 ms |</a:t>
            </a:r>
          </a:p>
          <a:p>
            <a:r>
              <a:rPr lang="en-US" sz="1400"/>
              <a:t>| Payment Gateway | 99.999% | 120 ms | 350 ms |</a:t>
            </a:r>
          </a:p>
          <a:p>
            <a:r>
              <a:rPr lang="en-US" sz="1400"/>
              <a:t>| Catalog Service | 99.95% | 15 ms | 40 ms |</a:t>
            </a:r>
          </a:p>
          <a:p>
            <a:r>
              <a:rPr lang="en-US" sz="1400"/>
              <a:t>| Search Indexer | 99.90% | 60 ms | 180 ms |</a:t>
            </a:r>
          </a:p>
        </p:txBody>
      </p:sp>
    </p:spTree>
  </p:cSld>
</p:sld>
</file>