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rPr lang="en-US" sz="2800" b="1"/>
              <a:t>Attention Is All You Need: The Transformer Architecture</a:t>
            </a:r>
          </a:p>
          <a:p>
            <a:pPr lvl="0"/>
            <a:r>
              <a:rPr lang="en-US" sz="1800"/>
              <a:t>• Breakthrough seq2seq architecture replacing recurrent networks with self-attention</a:t>
            </a:r>
          </a:p>
          <a:p>
            <a:pPr lvl="0"/>
            <a:r>
              <a:rPr lang="en-US" sz="1800"/>
              <a:t>• Eliminates sequential processing constraints, enabling massive GPU/TPU parallelization</a:t>
            </a:r>
          </a:p>
          <a:p>
            <a:pPr lvl="0"/>
            <a:r>
              <a:rPr lang="en-US" sz="1800"/>
              <a:t>• Foundation of GPT-4, Llama 3, Claude, Gemini, and AlphaFold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rPr lang="en-US" sz="2800" b="1"/>
              <a:t>Scaled Dot-Product Self-Attention Mechanism</a:t>
            </a:r>
          </a:p>
          <a:p>
            <a:pPr lvl="0"/>
            <a:r>
              <a:rPr lang="en-US" sz="1800"/>
              <a:t>• Input queries Q, keys K, and values V computed via linear projection matrices</a:t>
            </a:r>
          </a:p>
          <a:p>
            <a:pPr lvl="0"/>
            <a:r>
              <a:rPr lang="en-US" sz="1800"/>
              <a:t>• Scaling by sqrt(d_k) prevents dot products from pushing softmax into small gradient regimes</a:t>
            </a:r>
          </a:p>
          <a:p>
            <a:pPr lvl="0"/>
            <a:r>
              <a:rPr lang="en-US" sz="2000" i="1"/>
              <a:t>Formula: Attention(Q, K, V) = softmax((Q * K^T) / sqrt(d_k)) * V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rPr lang="en-US" sz="2800" b="1"/>
              <a:t>Architectural Performance Comparison</a:t>
            </a:r>
          </a:p>
          <a:p>
            <a:pPr lvl="0"/>
            <a:r>
              <a:rPr lang="en-US" sz="1800"/>
              <a:t>• Self-attention achieves O(1) sequential operations compared to O(n) in RNNs</a:t>
            </a:r>
          </a:p>
          <a:p>
            <a:pPr lvl="0"/>
            <a:r>
              <a:rPr lang="en-US" sz="1800"/>
              <a:t>• Maximum path length between distant tokens is reduced from O(n) to O(1)</a:t>
            </a:r>
          </a:p>
          <a:p>
            <a:r>
              <a:rPr lang="en-US" sz="1600" b="1"/>
              <a:t>[Table Data]:</a:t>
            </a:r>
          </a:p>
          <a:p>
            <a:r>
              <a:rPr lang="en-US" sz="1400"/>
              <a:t>| Layer Type | Complexity per Layer | Sequential Operations | Maximum Path Length |</a:t>
            </a:r>
          </a:p>
          <a:p>
            <a:r>
              <a:rPr lang="en-US" sz="1400"/>
              <a:t>| Self-Attention | O(n^2 * d) | O(1) | O(1) |</a:t>
            </a:r>
          </a:p>
          <a:p>
            <a:r>
              <a:rPr lang="en-US" sz="1400"/>
              <a:t>| Recurrent (LSTM) | O(n * d^2) | O(n) | O(n) |</a:t>
            </a:r>
          </a:p>
          <a:p>
            <a:r>
              <a:rPr lang="en-US" sz="1400"/>
              <a:t>| Convolutional | O(k * n * d^2) | O(1) | O(log_k(n)) |</a:t>
            </a:r>
          </a:p>
        </p:txBody>
      </p:sp>
    </p:spTree>
  </p:cSld>
</p:sld>
</file>